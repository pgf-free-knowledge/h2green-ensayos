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D4E08-DA47-0F3D-020D-DF3B77622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A8C20B-1BB7-86C0-6B9A-C2B811A99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4CBF61-61A2-F7F9-8E48-A3C13ECD0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63DE-8AA9-4334-95F3-CBD0DE60790B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4E3489-0393-F3AD-7E41-3B7561FBA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6CAF60-FB5E-1E32-1177-B6B23BC1C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11E5-8DF1-4A92-BB90-924358D9E8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6568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DE268-54EC-5A72-8183-5443E24E9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289531-4D6C-0DDE-0551-E6EAA75F7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AFE990-97D3-9CDB-6685-35787510E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63DE-8AA9-4334-95F3-CBD0DE60790B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5F950A-0736-6AFC-56C9-CF0DD1B3A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D55DFD-75AB-91E8-DD7A-EBCCAD68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11E5-8DF1-4A92-BB90-924358D9E8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5149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67B270-C6CE-C2F2-DA7F-2514F9714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FA1839-833A-BC06-A0BC-D505B9312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1BD01C-BA38-4AAB-2138-7D36DAEE2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63DE-8AA9-4334-95F3-CBD0DE60790B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FC618D-D6C5-B784-ACDA-035CE019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7A0E7A-A537-17BA-951C-79A0675C6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11E5-8DF1-4A92-BB90-924358D9E8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2931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E15E5-4BD3-66C7-C70A-FCBCCFF70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73CA49-D91D-C586-138B-DD889F30BE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9FE332-0528-C7BF-0C57-8168DA7A3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C40FEE-0272-63E5-F6CC-365A59DD2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63DE-8AA9-4334-95F3-CBD0DE60790B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8208A1-D7A9-CC70-60EB-09B829B30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3F4F0B-8426-0287-2367-57000CA8B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11E5-8DF1-4A92-BB90-924358D9E8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249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2EC31-9D62-17E1-9C00-690FCCA7C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22254F-6633-0DB9-A9EC-1B49510E0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8C99D0-B1DE-F241-4A04-8D3AF3295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71EB3F9-4BF0-CA01-A8FA-16144C3CE7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92C0B91-BDD7-9C67-E208-4895D4C23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E635140-0668-FD27-C492-2AC5DF0B5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63DE-8AA9-4334-95F3-CBD0DE60790B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085790A-7A55-182A-4DDE-9F3E3B142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9533A89-ED48-48F8-715D-0B53EF657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11E5-8DF1-4A92-BB90-924358D9E8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3962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BA831-7111-E316-32AD-2CBDA52FA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194FCF5-21A6-DB86-1587-581A6975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63DE-8AA9-4334-95F3-CBD0DE60790B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5EFD041-D5A7-A8FE-0038-BCFABE32D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8E7C548-2B64-84AC-6A01-27018C96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11E5-8DF1-4A92-BB90-924358D9E8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5664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290E25C-7ED7-716A-56D5-CA6D63BDE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63DE-8AA9-4334-95F3-CBD0DE60790B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23042C-6C03-1D13-F79E-63479CDFB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54E38B-AEE4-DC02-F0B8-89E3BCFDC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11E5-8DF1-4A92-BB90-924358D9E8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7517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A8003-53F0-BA98-992A-A0F331E89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209538-6A26-B2F4-F756-B53D3E330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52DABC-38B0-8FD7-84C0-F34A664B9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94F05F-C972-D9D2-895C-2C50C63A6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63DE-8AA9-4334-95F3-CBD0DE60790B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442FCF-BCFA-9795-8B28-86668D65B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C94C2C-A76B-8787-4712-71CFCD300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11E5-8DF1-4A92-BB90-924358D9E8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2287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52823-D8B3-A004-4D8D-86E406CD1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6E6FFD9-E102-9402-20D6-C981098706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72F7C0-D0F8-F7AF-84C2-0271760D6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22A16F-59A5-E26A-0A64-18AB8AA79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63DE-8AA9-4334-95F3-CBD0DE60790B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3C671A-7237-6D66-ED77-1BA6A76AB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979AED-9A7C-3E13-CF99-2C262A13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11E5-8DF1-4A92-BB90-924358D9E8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7091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249EAB-FE6C-9F73-1C17-7A882B67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9E93B73-A6FE-CE78-55FA-A1ABF7558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02A3A7-7323-83A1-239B-BB87E087D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63DE-8AA9-4334-95F3-CBD0DE60790B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946B0E-6721-E330-8D0A-A88D8867B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15A768-6C9B-574D-5DD9-65B9BFF4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11E5-8DF1-4A92-BB90-924358D9E8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3714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C0CD5E-DCA1-89D5-6F6D-3331296F02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98374A4-A4FF-AB6D-C1F7-3BDE56A9B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377A4F-1AD3-6D68-BC80-9B76778C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63DE-8AA9-4334-95F3-CBD0DE60790B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EA77A4-E77F-321A-F935-AB3FEA90F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8CF58-2D10-958F-60E4-FB44B73C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11E5-8DF1-4A92-BB90-924358D9E8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862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5D5E83-51A9-5FBC-34EF-BC10E6F71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21D954-373D-A43D-2B78-2136BAB34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C706CF-1D1A-F8FA-AE25-08176D041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B463DE-8AA9-4334-95F3-CBD0DE60790B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EE3B01-05D1-E600-1DE5-D57F0A623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42261D-3CE7-21D8-39C7-330D3EC07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3911E5-8DF1-4A92-BB90-924358D9E8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7925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3A91EE1-3C6F-3B3C-A150-22533B400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A44B14E-6534-2BBD-1EAC-58C2483B17CC}"/>
              </a:ext>
            </a:extLst>
          </p:cNvPr>
          <p:cNvSpPr txBox="1"/>
          <p:nvPr/>
        </p:nvSpPr>
        <p:spPr>
          <a:xfrm>
            <a:off x="2149221" y="84201"/>
            <a:ext cx="2538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Test A- verde  A+ Blanco</a:t>
            </a:r>
          </a:p>
        </p:txBody>
      </p:sp>
    </p:spTree>
    <p:extLst>
      <p:ext uri="{BB962C8B-B14F-4D97-AF65-F5344CB8AC3E}">
        <p14:creationId xmlns:p14="http://schemas.microsoft.com/office/powerpoint/2010/main" val="1501304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DB550-7C64-1F2F-B390-22F36CB3E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A6021C0-821D-19D4-7643-034C96562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75" y="201168"/>
            <a:ext cx="10729913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FA378E1-FBC9-7CF9-8810-62564FE771B9}"/>
              </a:ext>
            </a:extLst>
          </p:cNvPr>
          <p:cNvSpPr txBox="1"/>
          <p:nvPr/>
        </p:nvSpPr>
        <p:spPr>
          <a:xfrm>
            <a:off x="1911477" y="367665"/>
            <a:ext cx="2538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Test A+ verde  A- Blanco</a:t>
            </a:r>
          </a:p>
        </p:txBody>
      </p:sp>
    </p:spTree>
    <p:extLst>
      <p:ext uri="{BB962C8B-B14F-4D97-AF65-F5344CB8AC3E}">
        <p14:creationId xmlns:p14="http://schemas.microsoft.com/office/powerpoint/2010/main" val="611247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0475D-7ABF-A018-95A7-785C522B2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F86C801-DD61-3883-10D9-D4E5B6EA2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847006B-740B-7022-842B-369E3FC3B300}"/>
              </a:ext>
            </a:extLst>
          </p:cNvPr>
          <p:cNvSpPr txBox="1"/>
          <p:nvPr/>
        </p:nvSpPr>
        <p:spPr>
          <a:xfrm>
            <a:off x="1911477" y="367665"/>
            <a:ext cx="2538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Test A+ verde  A- Blanco</a:t>
            </a:r>
          </a:p>
        </p:txBody>
      </p:sp>
    </p:spTree>
    <p:extLst>
      <p:ext uri="{BB962C8B-B14F-4D97-AF65-F5344CB8AC3E}">
        <p14:creationId xmlns:p14="http://schemas.microsoft.com/office/powerpoint/2010/main" val="280095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5A56E94-A23A-FC9D-566C-E420F96DA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633CA93-CF94-4514-3DB4-9A74566A1729}"/>
              </a:ext>
            </a:extLst>
          </p:cNvPr>
          <p:cNvSpPr txBox="1"/>
          <p:nvPr/>
        </p:nvSpPr>
        <p:spPr>
          <a:xfrm>
            <a:off x="1087374" y="801243"/>
            <a:ext cx="142968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s-ES" dirty="0"/>
              <a:t>FRIDAY TEST</a:t>
            </a:r>
          </a:p>
        </p:txBody>
      </p:sp>
    </p:spTree>
    <p:extLst>
      <p:ext uri="{BB962C8B-B14F-4D97-AF65-F5344CB8AC3E}">
        <p14:creationId xmlns:p14="http://schemas.microsoft.com/office/powerpoint/2010/main" val="2837339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3281E-5E5F-3A8F-4772-A71125C62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383A27D-9021-C85E-9DEE-C151BC830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785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08921-07B3-C046-4C78-57303D4B4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70CA27E-51EF-3974-C7B3-5F551EB1A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12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B7B01-D3F8-DDB5-D22C-4E329DF90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BAE489F-EA57-8042-92D7-FDE163BC2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58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69E26-7AFD-59CA-7A6D-B2F4B5E5B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B984A15-AC2D-99DB-1C16-2626B6A79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93" y="0"/>
            <a:ext cx="12136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FCD79-5C92-B65F-62BE-0305B9C7A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E315429-203C-35C0-EEC2-B8A41AEC4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178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39DAE-F725-106C-3AE3-90C4130DD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BAAB3F-2D8C-70B7-BE2C-618DCD744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2155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20</Words>
  <Application>Microsoft Office PowerPoint</Application>
  <PresentationFormat>Panorámica</PresentationFormat>
  <Paragraphs>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Galvez</dc:creator>
  <cp:lastModifiedBy>Paul Galvez</cp:lastModifiedBy>
  <cp:revision>3</cp:revision>
  <dcterms:created xsi:type="dcterms:W3CDTF">2026-08-14T12:34:22Z</dcterms:created>
  <dcterms:modified xsi:type="dcterms:W3CDTF">2026-08-14T17:07:31Z</dcterms:modified>
</cp:coreProperties>
</file>