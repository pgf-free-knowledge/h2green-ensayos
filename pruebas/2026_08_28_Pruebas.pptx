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62" r:id="rId4"/>
    <p:sldId id="263" r:id="rId5"/>
    <p:sldId id="257" r:id="rId6"/>
    <p:sldId id="258" r:id="rId7"/>
    <p:sldId id="282" r:id="rId8"/>
    <p:sldId id="259" r:id="rId9"/>
    <p:sldId id="260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83" r:id="rId19"/>
    <p:sldId id="273" r:id="rId20"/>
    <p:sldId id="274" r:id="rId21"/>
    <p:sldId id="275" r:id="rId22"/>
    <p:sldId id="276" r:id="rId23"/>
    <p:sldId id="278" r:id="rId24"/>
    <p:sldId id="279" r:id="rId25"/>
    <p:sldId id="284" r:id="rId26"/>
    <p:sldId id="277" r:id="rId27"/>
    <p:sldId id="285" r:id="rId28"/>
    <p:sldId id="297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CFE86-84BF-EFAE-66AD-FDFA9AD56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92D99A-9F42-8D97-7FB4-E47B5852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08AFD1-35F1-1BD6-2529-B9D0104FB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98A9D1-3275-588F-6DA0-E3B376108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6CDE53-08C8-49C3-0F80-A766FD34D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6959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3529F-FFE2-238F-8387-4BC85035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FC24E4-C8C7-35D5-9BC3-159662A70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2D6E7B-61AA-2826-C714-4189FEDE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67CE61-8C58-D363-4A2A-44A1414C7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24BCF8-C8FA-614D-FA54-495B057A2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414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07ABF6-CFF4-A1A2-772C-BE852CB2F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D06136-EF75-1EE3-9C99-F6264FFB9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CDDF51-D175-F907-3F4D-FC092870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C73F9B-6A5F-7020-C6B6-01852875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8F9473-26AA-64C2-573B-CFCBAC247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7880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0621A-69EE-5D98-113E-A3B17C0F4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369299-8B71-FFC4-22B0-5F241E4E87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BA8079-E4F7-E48C-5D3C-95AAFF5F5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3CBFFB-CF29-C78A-97BD-21BAF6386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6105C8-E664-2981-7099-B1CF9669E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47DED2-9D5E-6C35-B55D-5F612D830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570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F6494-2772-DAAA-3DE4-EECBA6BF0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57A30BB-301F-A980-A238-CDB1C000A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858954-1803-79C5-2568-6D5347602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68F00BB-EDC7-DB26-358A-31DF12D452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FBCF5E1-7DAF-A693-E9B5-3A0A6C2D2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BDDBE85-75E9-4164-9177-905D1444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C1F5A78-99AC-DFDD-1EB2-40F2A66BF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DB51908-1AE2-0AD7-CD98-C1FCB0746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941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32B4D1-7EC8-804E-FA89-CF022B913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F61ABA9-9C19-A1AF-AADF-9D684F4A5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D7CE452-174A-2846-8F61-244511CB1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64FAFA-94E6-9515-CD66-CFB8C5850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1657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CC019C-1770-9FAE-D4D1-CCB09CA4C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9A3B07-F06E-8C1E-D434-C66C2AEF6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A54BE0-8590-955C-684D-4CC6EF6CB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58357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3E418-FDFF-71ED-D97F-117E262C0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EDEE36-26BB-5542-6609-E0BABCB6E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9E61FF8-7096-A328-E47B-BA521F78E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6D9C77-CED5-9B6A-6E23-F05F1FE14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BAB482E-62D1-2DC9-0CB7-567AC00C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2CB7A4-49E4-0AAE-0CBD-78244F6BC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9276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CF4B12-6D63-FAC4-1D1B-77C41CAD1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BCEBD6D-7DF6-C743-C4E9-A5F7D54E8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92DF1A7-D771-9732-FEE9-BDFE9F7783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71E642-5736-C526-3FC4-289BD893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36D70C-74DC-0A57-EBBF-172B0F680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248601-1265-4980-8892-E75A137B7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4661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8F130-8C05-181A-5EB7-678A8BD36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AA201FF-13F4-7AA2-2BC0-5A6FDFAB9A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8D0233-E17F-36D9-1A71-108FEE5F7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25AECE-9014-A5A9-00C3-0110681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623DF8-812C-A117-09FF-22D360E5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180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4DF3C6-6EC5-A797-8068-415A07DADC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F7C2A2-FA5F-CEAE-C968-33948C759F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9BB87C-F3F5-16AD-6526-57C02B542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164279-6A33-9E01-FBA7-EAB493435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612F0D-2FD0-A37A-DE0B-1EBF0F55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2131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B0C50E-721C-081D-C705-1A637065D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CFC034-D721-9076-FBB3-D9B0ECBDE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BD2EC4-BEF1-3C14-98ED-618359F571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C016CE-7D82-494B-B33D-F75C32002446}" type="datetimeFigureOut">
              <a:rPr lang="es-ES" smtClean="0"/>
              <a:t>28/08/2026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03D72E-CC02-81D9-77E3-3AE50DE06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E9CE4F-4D0D-92F7-3472-2FAD9B371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CD536-D234-4684-B52B-79340BFD8F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860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mp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tmp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3B90F7C-5092-407B-4011-009668DF072E}"/>
              </a:ext>
            </a:extLst>
          </p:cNvPr>
          <p:cNvSpPr/>
          <p:nvPr/>
        </p:nvSpPr>
        <p:spPr>
          <a:xfrm>
            <a:off x="2238375" y="1104900"/>
            <a:ext cx="4533900" cy="1285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Probeta 001</a:t>
            </a:r>
          </a:p>
        </p:txBody>
      </p:sp>
    </p:spTree>
    <p:extLst>
      <p:ext uri="{BB962C8B-B14F-4D97-AF65-F5344CB8AC3E}">
        <p14:creationId xmlns:p14="http://schemas.microsoft.com/office/powerpoint/2010/main" val="3391025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FEE1D-2135-DDB8-FA8F-403F635F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33B0FB59-8B52-4B0B-BFDD-FE2B6D90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1" y="0"/>
            <a:ext cx="12017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45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363AE-EF30-5A34-3FCF-CDEF76DA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614CB63-AC77-0428-C0AD-E0FDAA2E8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88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B1BC6-C940-C35B-4071-AC9DFBE97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4CC93F-21A4-2248-170E-CF0FF735E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03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D1210-2C04-09F6-10DB-D7EED9F1A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C91FF8-C3E9-2EF4-E22C-7DFAFEDA9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3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E736C-87AE-3158-50B2-CEBB80B13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5D7D76-8823-F8DB-83FB-BFCD134EA8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544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F703D-E3A9-0C7C-352D-7091D4B9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00BCE2F-7E45-AC0C-3281-6FFBDE0AABC7}"/>
              </a:ext>
            </a:extLst>
          </p:cNvPr>
          <p:cNvSpPr/>
          <p:nvPr/>
        </p:nvSpPr>
        <p:spPr>
          <a:xfrm>
            <a:off x="2238375" y="1104900"/>
            <a:ext cx="4533900" cy="1285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Probeta 002</a:t>
            </a:r>
          </a:p>
        </p:txBody>
      </p:sp>
    </p:spTree>
    <p:extLst>
      <p:ext uri="{BB962C8B-B14F-4D97-AF65-F5344CB8AC3E}">
        <p14:creationId xmlns:p14="http://schemas.microsoft.com/office/powerpoint/2010/main" val="276681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B3606-D6FD-A320-44EA-8B6B78198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2692642-1BE2-8162-F2FB-2B19805C78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63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7F89-FAF4-5E82-CCD9-EB913655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DCC4B93-39C3-A2E9-CF1A-819CAD418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107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E648E-91A2-BF8C-CA74-11AB1233B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41909E0-416E-130E-C616-E7FCAC07D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18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0259-7A99-AF4F-282B-D024B799A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BB98131-ED3E-FF4F-DE29-8ACF1453EB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63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2728B-1B52-4B38-DFB8-342321B6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5643947-FED7-A51B-36F6-3B866DD3C2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84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DCBF8-8684-20C8-25B4-1021DBEDD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A655630-CCCC-D99E-B599-E18F07EC99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423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9C09D-85F1-BBDE-3064-48D15D32B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CD15B1-6A76-9329-4782-D2E478D2AE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783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C07A7-A81D-5D53-A990-75F221969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BE0D14-6B93-0C18-9615-83F6ED8A2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983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E39B8-D30E-0F95-5544-0F56474B3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E10FEFD-4B4D-C9D7-F66E-F26547050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00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AA778-2AC5-3B51-610E-14476EC32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A26159E-6526-18B6-786B-A40ABC748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146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47E6B-93C2-4458-F7E5-5B8AEDED0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87AFF54-E3FB-13BA-D5D3-3DE12EA36D4E}"/>
              </a:ext>
            </a:extLst>
          </p:cNvPr>
          <p:cNvSpPr/>
          <p:nvPr/>
        </p:nvSpPr>
        <p:spPr>
          <a:xfrm>
            <a:off x="2238375" y="1104900"/>
            <a:ext cx="4533900" cy="1285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Probeta 003</a:t>
            </a:r>
          </a:p>
        </p:txBody>
      </p:sp>
    </p:spTree>
    <p:extLst>
      <p:ext uri="{BB962C8B-B14F-4D97-AF65-F5344CB8AC3E}">
        <p14:creationId xmlns:p14="http://schemas.microsoft.com/office/powerpoint/2010/main" val="37442905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7BB46-0A27-EEDB-9DD8-31C0B3DCC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8DB6F1F-489B-CB81-5519-A280382E84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886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412FD-5D86-E481-9267-12F74541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135F98-1B80-7F66-E624-1F5C3A1B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619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29EB8-D31C-307D-A766-0DCC8D3F8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BD13CE-5E37-8107-F349-381C857D1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8155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4C0D4-DAF9-646F-A9C0-EC78833D6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0EB9B5A-C054-D2C2-039E-361CDC1040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31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C8A6-4FA0-189C-F6DE-5F38D288C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6CEDBC5-F56A-5C3C-B17F-BE7DB777B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318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B9AA3-B186-4DE3-536D-2DB36C7C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56686E-4284-0A32-103F-A5978CAA81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828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03223-35F5-8E59-5755-0361BFA12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FDD7576-5282-42C2-7E92-8476813B7768}"/>
              </a:ext>
            </a:extLst>
          </p:cNvPr>
          <p:cNvSpPr/>
          <p:nvPr/>
        </p:nvSpPr>
        <p:spPr>
          <a:xfrm>
            <a:off x="2238375" y="1104900"/>
            <a:ext cx="4533900" cy="1285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Probeta 004</a:t>
            </a:r>
          </a:p>
        </p:txBody>
      </p:sp>
    </p:spTree>
    <p:extLst>
      <p:ext uri="{BB962C8B-B14F-4D97-AF65-F5344CB8AC3E}">
        <p14:creationId xmlns:p14="http://schemas.microsoft.com/office/powerpoint/2010/main" val="3539401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FDFDA-CEFD-5D42-6790-4D94CBC90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053245-5F1F-812D-BD0C-3AA3E9CA8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1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90B4-5AD7-5F7E-1598-B8B44B3A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1745556-5A3F-DE19-31E1-1F84CF3F7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95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EDD0B-F1A0-593B-0782-8F0A001EE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D708D627-D74D-B63D-2F57-5545CB9220FF}"/>
              </a:ext>
            </a:extLst>
          </p:cNvPr>
          <p:cNvSpPr/>
          <p:nvPr/>
        </p:nvSpPr>
        <p:spPr>
          <a:xfrm>
            <a:off x="2238375" y="1104900"/>
            <a:ext cx="4533900" cy="12858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dirty="0"/>
              <a:t>Probeta 005</a:t>
            </a:r>
          </a:p>
        </p:txBody>
      </p:sp>
    </p:spTree>
    <p:extLst>
      <p:ext uri="{BB962C8B-B14F-4D97-AF65-F5344CB8AC3E}">
        <p14:creationId xmlns:p14="http://schemas.microsoft.com/office/powerpoint/2010/main" val="2139740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189D8-D522-6D22-843D-8B34C2B35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DEB4C9-81A8-A7AB-D8A2-887D815F49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34730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E3E42-234C-9758-5AD6-C84544FB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884B2C4-79E2-2559-3310-9467F68311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704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80A2-95D8-EE8B-3829-AE30C705E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B9377D6-79BC-A62A-1372-8C4D2F8980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1006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E4B29-0723-206F-6EC5-3A7D920C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4FCBC1D-1079-5874-8DE8-FD82232E2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7250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38BA8-25AA-5B73-4A9D-9E9AE36BA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1D9D76D-4859-43B9-B5C9-56489BEF21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9216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543BF-E239-7A68-0CC4-8638F9BF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E37535D-DCBA-3955-D706-5899F0E70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201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179F-5F1E-6944-C9EE-C702BCBF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C82A81C-4DC7-8DAD-62C6-693D6586B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43" y="0"/>
            <a:ext cx="107299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488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10</Words>
  <Application>Microsoft Office PowerPoint</Application>
  <PresentationFormat>Panorámica</PresentationFormat>
  <Paragraphs>5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 Galvez</dc:creator>
  <cp:lastModifiedBy>Paul Galvez</cp:lastModifiedBy>
  <cp:revision>2</cp:revision>
  <dcterms:created xsi:type="dcterms:W3CDTF">2026-08-28T14:46:12Z</dcterms:created>
  <dcterms:modified xsi:type="dcterms:W3CDTF">2026-08-28T17:50:47Z</dcterms:modified>
</cp:coreProperties>
</file>